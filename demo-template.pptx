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473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DAB"/>
                </a:solidFill>
              </a:rPr>
              <a:t>SLIDECRAFT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6309360"/>
            <a:ext cx="11430000" cy="0"/>
          </a:xfrm>
          <a:prstGeom prst="line">
            <a:avLst/>
          </a:prstGeom>
          <a:noFill/>
          <a:ln w="12700">
            <a:solidFill>
              <a:srgbClr val="5370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2026-09-08T08:48:27Z</dcterms:created>
  <dcterms:modified xsi:type="dcterms:W3CDTF">2026-09-08T08:48:27Z</dcterms:modified>
</cp:coreProperties>
</file>