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65952" autoAdjust="0"/>
  </p:normalViewPr>
  <p:slideViewPr>
    <p:cSldViewPr snapToGrid="0">
      <p:cViewPr>
        <p:scale>
          <a:sx n="75" d="100"/>
          <a:sy n="75" d="100"/>
        </p:scale>
        <p:origin x="659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E574F-5EF7-4429-A38F-B5F7A4022D5B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A1AA0-6A31-452C-AE9F-C8CA5D95577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角平分线遇垂线构造全等，是新初二月考最容易丢分的一类题。</a:t>
            </a:r>
            <a:endParaRPr lang="zh-CN" altLang="en-US" dirty="0"/>
          </a:p>
          <a:p>
            <a:r>
              <a:rPr lang="zh-CN" altLang="en-US" dirty="0"/>
              <a:t>很多孩子看到这道题，完全不清楚怎么做辅助线，无从下手。</a:t>
            </a:r>
            <a:endParaRPr lang="zh-CN" altLang="en-US" dirty="0"/>
          </a:p>
          <a:p>
            <a:r>
              <a:rPr lang="zh-CN" altLang="en-US" dirty="0"/>
              <a:t>这类题做不出来，其实是不知道角平分线遇垂线的辅助线套路。</a:t>
            </a:r>
            <a:endParaRPr lang="zh-CN" altLang="en-US" dirty="0"/>
          </a:p>
          <a:p>
            <a:r>
              <a:rPr lang="zh-CN" altLang="en-US" dirty="0"/>
              <a:t>今天村村老师就教你这个辅助线的做法，以后看到这类题，想都不用想，直接延长</a:t>
            </a:r>
            <a:r>
              <a:rPr lang="en-US" altLang="zh-CN" dirty="0"/>
              <a:t>BA</a:t>
            </a:r>
            <a:r>
              <a:rPr lang="zh-CN" altLang="en-US" dirty="0"/>
              <a:t>和</a:t>
            </a:r>
            <a:r>
              <a:rPr lang="en-US" altLang="zh-CN" dirty="0"/>
              <a:t>CE</a:t>
            </a:r>
            <a:r>
              <a:rPr lang="zh-CN" altLang="en-US" dirty="0"/>
              <a:t>。</a:t>
            </a:r>
            <a:endParaRPr lang="zh-CN" altLang="en-US" b="1" dirty="0"/>
          </a:p>
          <a:p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再结合村村老师独家</a:t>
            </a:r>
            <a:r>
              <a:rPr lang="en-US" altLang="zh-CN" b="1" dirty="0"/>
              <a:t>《</a:t>
            </a:r>
            <a:r>
              <a:rPr lang="zh-CN" altLang="en-US" dirty="0"/>
              <a:t>与角平分线有关的辅助线的三种考法</a:t>
            </a:r>
            <a:r>
              <a:rPr lang="en-US" altLang="zh-CN" dirty="0"/>
              <a:t>》</a:t>
            </a:r>
            <a:r>
              <a:rPr lang="zh-CN" altLang="en-US" dirty="0"/>
              <a:t>，所有的角平分线模型都帮你总结好了，对应练习也都有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1AA0-6A31-452C-AE9F-C8CA5D95577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3E6F5-A0C3-410C-8E79-2E753C3024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FA6CE-5238-4168-8EC7-DF001B46F01F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WPS 演示</Application>
  <PresentationFormat>全屏显示(4:3)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时光慢慢走</vt:lpstr>
      <vt:lpstr>思源黑体 Bold</vt:lpstr>
      <vt:lpstr>微软雅黑</vt:lpstr>
      <vt:lpstr>Cambria Math</vt:lpstr>
      <vt:lpstr>MS Mincho</vt:lpstr>
      <vt:lpstr>Segoe Print</vt:lpstr>
      <vt:lpstr>Arial Unicode MS</vt:lpstr>
      <vt:lpstr>等线 Light</vt:lpstr>
      <vt:lpstr>Calibri Light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染</cp:lastModifiedBy>
  <cp:revision>34</cp:revision>
  <dcterms:created xsi:type="dcterms:W3CDTF">2025-06-15T15:15:00Z</dcterms:created>
  <dcterms:modified xsi:type="dcterms:W3CDTF">2026-09-06T12:21:35Z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D777E30C0C1944D0A2DABB94A3B297B1_13</vt:lpwstr>
  </property>
</Properties>
</file>